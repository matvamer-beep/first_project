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CA4764-1B37-4728-BBB3-6AF9CB95FD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5A76FA-B2B5-4785-BDDD-75ED7D73473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426EC6C-66D6-4801-9611-EDFF37EF4BB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1676B94-D34E-437A-812A-0E60C78889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BA5914B5-370D-4505-AC10-FBD855C3EBE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AD4654AB-DB00-4670-8863-2CE28BCF796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578A0F4B-BE4C-403A-B0E3-2937655BB1D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44621083-0C71-4A5F-BC80-0DF2EF61A85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D911E2E1-2CC1-4665-A6DB-6DA37A66583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AE5AE5C3-3A01-467B-AEC7-F49C3CDE3DB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8EBBD53C-5770-4FB4-AC29-BD783110525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9FFAE98-FF9C-4D11-A60F-99A6A3693CE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C801B2E-397F-4978-805D-FEE89998F4A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F63A7BF-4487-4420-B177-A91147A2EB5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301AAF1-AAEB-412B-B4E7-A67E3063261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65482F6-609D-4A42-A235-91A597EA71B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C998E6B-626C-4CA3-817F-A24A4746211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ADC6DFB-0AAC-44C3-953A-3A96A9B457C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5F5A9C2-03D2-4867-84D1-9C56E5D8509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A719300-4540-44AF-8E41-28C9FE90F69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756D56A-4445-4345-BFC6-51C394FCC39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52CA9B1-095F-4FB2-BB23-EFEFA1B5787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b4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2478600" y="457200"/>
            <a:ext cx="4186080" cy="10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Цель проекта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914400" y="1645920"/>
            <a:ext cx="7772040" cy="365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Тема: Создание игры «Шашки» на Python (PyQt6)</a:t>
            </a:r>
            <a:br>
              <a:rPr sz="2400"/>
            </a:br>
            <a:br>
              <a:rPr sz="2400"/>
            </a:b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Цели разработки:</a:t>
            </a:r>
            <a:br>
              <a:rPr sz="2400"/>
            </a:b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• Реализовать графическую доску 8×8</a:t>
            </a:r>
            <a:br>
              <a:rPr sz="2400"/>
            </a:b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• Добавить шашки двух цветов с возможностью перемещения</a:t>
            </a:r>
            <a:br>
              <a:rPr sz="2400"/>
            </a:b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• Реализовать правила обычных и дамочных ходов</a:t>
            </a:r>
            <a:br>
              <a:rPr sz="2400"/>
            </a:b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• Определять победителя и перезапускать игру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b4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-210240" y="457200"/>
            <a:ext cx="9564480" cy="10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Основные функции программы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914400" y="1645920"/>
            <a:ext cx="7772040" cy="32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Функционал:</a:t>
            </a:r>
            <a:br>
              <a:rPr sz="2400"/>
            </a:b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• Отрисовка доски и фигур с помощью QPainter</a:t>
            </a:r>
            <a:br>
              <a:rPr sz="2400"/>
            </a:b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• Управление мышью: выбор, перетаскивание и отпускание шашек</a:t>
            </a:r>
            <a:br>
              <a:rPr sz="2400"/>
            </a:b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• Проверка корректности хода и выполнения взятия</a:t>
            </a:r>
            <a:br>
              <a:rPr sz="2400"/>
            </a:b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• Повышение в дамку и проверка победы</a:t>
            </a:r>
            <a:br>
              <a:rPr sz="2400"/>
            </a:b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• Смена очереди хода между игроками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b4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45000" y="457200"/>
            <a:ext cx="9054000" cy="10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Как работает перетаскивание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914400" y="1645920"/>
            <a:ext cx="7772040" cy="438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Механизм:</a:t>
            </a:r>
            <a:br>
              <a:rPr sz="2400"/>
            </a:b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1. mousePressEvent — выбор шашки и запоминание позиции</a:t>
            </a:r>
            <a:br>
              <a:rPr sz="2400"/>
            </a:b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2. mouseMoveEvent — перемещение шашки за курсором</a:t>
            </a:r>
            <a:br>
              <a:rPr sz="2400"/>
            </a:b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3. mouseReleaseEvent — проверка правильности хода и фиксация на клетке</a:t>
            </a:r>
            <a:br>
              <a:rPr sz="2400"/>
            </a:br>
            <a:br>
              <a:rPr sz="2400"/>
            </a:b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Особенность: используется расчёт смещения (offset) для плавного движения и возврат при неверном ходе.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b4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766440" y="457200"/>
            <a:ext cx="7610760" cy="10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Результаты и улучшения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914400" y="1645920"/>
            <a:ext cx="7772040" cy="438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Достигнуто:</a:t>
            </a:r>
            <a:br>
              <a:rPr sz="2400"/>
            </a:b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• Полностью рабочая игра с базовыми правилами</a:t>
            </a:r>
            <a:br>
              <a:rPr sz="2400"/>
            </a:b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• Реализация дамок и автоматической победы</a:t>
            </a:r>
            <a:br>
              <a:rPr sz="2400"/>
            </a:b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• Интуитивное управление мышью</a:t>
            </a:r>
            <a:br>
              <a:rPr sz="2400"/>
            </a:br>
            <a:br>
              <a:rPr sz="2400"/>
            </a:b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Что можно улучшить:</a:t>
            </a:r>
            <a:br>
              <a:rPr sz="2400"/>
            </a:b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• Подсветка возможных ходов</a:t>
            </a:r>
            <a:br>
              <a:rPr sz="2400"/>
            </a:b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• Анимация перемещения</a:t>
            </a:r>
            <a:br>
              <a:rPr sz="2400"/>
            </a:b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• Оптимизация кода для быстроты ходов</a:t>
            </a:r>
            <a:br>
              <a:rPr sz="2400"/>
            </a:b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• Звуковое или визуальное уведомление при ошибке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2025-11-07T19:20:19Z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